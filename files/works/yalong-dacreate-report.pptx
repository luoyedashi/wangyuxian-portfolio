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主轴是调度接口，不是 Informer 打 LSTM。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直接承认旧方向局限，评委反而加分。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强调不是全流域优化，是接口预演。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 S3 vs S2 备用权衡；S4 说明烂预测计划代价。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 S4 柱讲预测接入决策的风险。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接真数据后用历史残差替代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峰段偏差对应计划偏离。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结论诚实，不吹模型。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与导师对齐数据渠道。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3E50"/>
                </a:solidFill>
              </a:defRPr>
            </a:pPr>
            <a:r>
              <a:t>水风光互补短期预测与简化调度接口</a:t>
            </a:r>
          </a:p>
          <a:p>
            <a:pPr>
              <a:defRPr sz="1600">
                <a:solidFill>
                  <a:srgbClr val="484E78"/>
                </a:solidFill>
              </a:defRPr>
            </a:pPr>
            <a:r>
              <a:t>预测误差 → 弃电 / 缺供 / 备用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王钰贤 · 四川大学水利水电学院 · 2025级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合成数据预演 · 大创/组会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为什么换方向？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调度员要的是：多弃多少电？会不会缺供？要多留多少备用？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MAE 差 0.4% 可能改变不了任何运行决策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Informer vs LSTM 在合成数据上 ≈ 岭回归，信息量不足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本课题：把预测接进简化日前计划，用成本量化情景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简化调度模型（单节点）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聚合：负荷 L | 水电 H（三站可调）| 新能源 R（风+光）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日前：Ĥ ≈ clip(L − R̂ + 备用裕度, 0, 装机)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执行：用实际 R 结算 spill（溢出）与 deficit（缺供）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成本 = 1×弃电 + 15×缺供 + 8×备用（相对权重，非真实电价）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不含：潮流、机组组合、库容（预演边界）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表2  调度情景结果（500 窗 × 24 h）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情景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平均总成本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平均缺供 MWh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S1 oracle renewable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新能源预测=实际；水电计划=负荷-预测+鲁棒…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72209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4012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S2 ren 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新能源持久性预测；鲁棒备用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73215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4085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S3 no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新能源持久性；备用裕度=0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4332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S4 hydro lstm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水电计划=LSTM(两河口)×全流域缩放比；…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348190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22442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S5 hydro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水电执行=实际；新能源持久性预测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357169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23050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Fig4  情景成本与弃电/缺供</a:t>
            </a:r>
          </a:p>
        </p:txBody>
      </p:sp>
      <p:pic>
        <p:nvPicPr>
          <p:cNvPr id="4" name="Picture 3" descr="Fig4_dispatch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3918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S4 水电 LSTM 计划 &gt;&gt; S2 负荷跟踪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Fig5  新能源预测误差敏感性</a:t>
            </a:r>
          </a:p>
        </p:txBody>
      </p:sp>
      <p:pic>
        <p:nvPicPr>
          <p:cNvPr id="4" name="Picture 3" descr="Fig5_forecast_erro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7559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k 放大预测误差 → 总成本上升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Fig6  示例日功率平衡</a:t>
            </a:r>
          </a:p>
        </p:txBody>
      </p:sp>
      <p:pic>
        <p:nvPicPr>
          <p:cNvPr id="4" name="Picture 3" descr="Fig6_example_day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4501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负荷、新能源预测/实际、水电计划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三条可写进报告的结论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取消备用（S3）总成本 ↓约 11%，但缺供尾部风险 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LSTM 水电计划接入调度（S4）成本约为 S2 的 4.8 倍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点预测：LSTM/Informer/岭回归 MAE 同量级 → 附录即可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合成数据负荷&gt;本地装机时有大缺供 → 接真数据须说明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8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下一步（大创 / 厂站数据）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安康/雅砻江脱敏 SCADA 替换合成 CSV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厂站备用考核 → 改成本权重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分位数预测 → 备用 = f(预测区间宽度)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汇报：MAE 降 X MW → 弃电/缺供降 Y MWh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2C3E50"/>
                </a:solidFill>
              </a:defRPr>
            </a:pPr>
            <a:r>
              <a:t>谢谢 · 欢迎批评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